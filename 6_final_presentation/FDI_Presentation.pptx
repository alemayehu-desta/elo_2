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FDI Determinants in Developing Economies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Econometric &amp; Machine Learning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structural, institutional, and macroeconomic variables drive FDI inflows in developing economies?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sources: World Bank, WGI, LPI</a:t>
            </a:r>
          </a:p>
          <a:p>
            <a:r>
              <a:rPr dirty="0"/>
              <a:t>Methods: OLS Regression, Random Forest, EDA, Correlation Analysis</a:t>
            </a:r>
          </a:p>
          <a:p>
            <a:r>
              <a:rPr dirty="0"/>
              <a:t>Time period: 2010–2023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Econometric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Significant predictors:</a:t>
            </a:r>
          </a:p>
          <a:p>
            <a:pPr marL="0" indent="0">
              <a:buNone/>
            </a:pPr>
            <a:r>
              <a:rPr lang="en-US" dirty="0"/>
              <a:t>         -</a:t>
            </a:r>
            <a:r>
              <a:rPr dirty="0"/>
              <a:t>Logistics Performance Index (LPI)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-</a:t>
            </a:r>
            <a:r>
              <a:rPr dirty="0"/>
              <a:t>Electricity Access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-</a:t>
            </a:r>
            <a:r>
              <a:rPr dirty="0"/>
              <a:t>Inflation (moderate levels)</a:t>
            </a:r>
          </a:p>
          <a:p>
            <a:endParaRPr dirty="0"/>
          </a:p>
          <a:p>
            <a:r>
              <a:rPr dirty="0"/>
              <a:t>Non-significant predictors:</a:t>
            </a:r>
          </a:p>
          <a:p>
            <a:pPr marL="0" indent="0">
              <a:buNone/>
            </a:pPr>
            <a:r>
              <a:rPr lang="en-US" dirty="0"/>
              <a:t>      -</a:t>
            </a:r>
            <a:r>
              <a:rPr dirty="0"/>
              <a:t>GDP Growth</a:t>
            </a:r>
          </a:p>
          <a:p>
            <a:pPr marL="0" indent="0">
              <a:buNone/>
            </a:pPr>
            <a:r>
              <a:rPr lang="en-US" dirty="0"/>
              <a:t>       -</a:t>
            </a:r>
            <a:r>
              <a:rPr dirty="0"/>
              <a:t>Trade Openness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-</a:t>
            </a:r>
            <a:r>
              <a:rPr dirty="0"/>
              <a:t>Corruption Perception Index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Forest Model:</a:t>
            </a:r>
          </a:p>
          <a:p>
            <a:r>
              <a:rPr lang="en-US" dirty="0"/>
              <a:t>T</a:t>
            </a:r>
            <a:r>
              <a:rPr dirty="0"/>
              <a:t>op predictor: Lagged FDI (path dependency)</a:t>
            </a:r>
          </a:p>
          <a:p>
            <a:r>
              <a:rPr dirty="0"/>
              <a:t>Infrastructure variables ranked above governance</a:t>
            </a:r>
          </a:p>
          <a:p>
            <a:r>
              <a:rPr dirty="0"/>
              <a:t>Captures non-linear effects and interactions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Prioritize infrastructure (electricity, logistics)</a:t>
            </a:r>
          </a:p>
          <a:p>
            <a:pPr marL="0" indent="0">
              <a:buNone/>
            </a:pPr>
            <a:r>
              <a:rPr dirty="0"/>
              <a:t>2. Strengthen investor after‑care programs</a:t>
            </a:r>
          </a:p>
          <a:p>
            <a:pPr marL="0" indent="0">
              <a:buNone/>
            </a:pPr>
            <a:r>
              <a:rPr dirty="0"/>
              <a:t>3. Build macroeconomic buffers against global shocks</a:t>
            </a:r>
          </a:p>
          <a:p>
            <a:pPr marL="0" indent="0">
              <a:buNone/>
            </a:pPr>
            <a:r>
              <a:rPr dirty="0"/>
              <a:t>4. Regional coordination via the African Union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Choropleth: Global FDI trends</a:t>
            </a:r>
          </a:p>
          <a:p>
            <a:r>
              <a:rPr dirty="0"/>
              <a:t>Feature importance plot</a:t>
            </a:r>
          </a:p>
          <a:p>
            <a:r>
              <a:rPr dirty="0"/>
              <a:t>Correlation heatmap</a:t>
            </a:r>
          </a:p>
          <a:p>
            <a:r>
              <a:rPr dirty="0"/>
              <a:t>Country profile time‑series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FDI is highly path-dependent. Infrastructure matters more than governance in predicting inflows.</a:t>
            </a:r>
          </a:p>
          <a:p>
            <a:r>
              <a:t>Policymakers should focus on power, transport, and investor retention to maximize FDI attractiveness.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206</Words>
  <Application>Microsoft Office PowerPoint</Application>
  <PresentationFormat>On-screen Show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FDI Determinants in Developing Economies</vt:lpstr>
      <vt:lpstr>Research Question</vt:lpstr>
      <vt:lpstr>Data &amp; Methods</vt:lpstr>
      <vt:lpstr>Econometric Findings</vt:lpstr>
      <vt:lpstr>Machine Learning Insights</vt:lpstr>
      <vt:lpstr>Policy Implications</vt:lpstr>
      <vt:lpstr>Visual Overview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Alemayehu Desta</dc:creator>
  <cp:keywords/>
  <dc:description>generated using python-pptx</dc:description>
  <cp:lastModifiedBy>Alemayehu Desta</cp:lastModifiedBy>
  <cp:revision>2</cp:revision>
  <dcterms:created xsi:type="dcterms:W3CDTF">2013-01-27T09:14:16Z</dcterms:created>
  <dcterms:modified xsi:type="dcterms:W3CDTF">2025-12-07T23:34:51Z</dcterms:modified>
  <cp:category/>
</cp:coreProperties>
</file>